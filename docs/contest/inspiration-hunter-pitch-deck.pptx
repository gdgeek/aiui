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2ac83fffa74c1a" /><Relationship Type="http://schemas.openxmlformats.org/officeDocument/2006/relationships/extended-properties" Target="/docProps/app.xml" Id="Rb04a751ca05d41d7" /><Relationship Type="http://schemas.openxmlformats.org/officeDocument/2006/relationships/officeDocument" Target="/ppt/presentation.xml" Id="Rbf5115a3383545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37653767634e73"/>
  </p:sldMasterIdLst>
  <p:notesMasterIdLst>
    <p:notesMasterId xmlns:r="http://schemas.openxmlformats.org/officeDocument/2006/relationships" r:id="R7b2472e930fb4ae2"/>
  </p:notesMasterIdLst>
  <p:sldIdLst>
    <p:sldId xmlns:r="http://schemas.openxmlformats.org/officeDocument/2006/relationships" id="256" r:id="R903d97e3571643fe"/>
    <p:sldId xmlns:r="http://schemas.openxmlformats.org/officeDocument/2006/relationships" id="257" r:id="Rbd62201d5ee84b16"/>
    <p:sldId xmlns:r="http://schemas.openxmlformats.org/officeDocument/2006/relationships" id="258" r:id="R22a63a37490242ac"/>
    <p:sldId xmlns:r="http://schemas.openxmlformats.org/officeDocument/2006/relationships" id="259" r:id="R47c3ed3451734952"/>
    <p:sldId xmlns:r="http://schemas.openxmlformats.org/officeDocument/2006/relationships" id="260" r:id="R89592909cb27447d"/>
    <p:sldId xmlns:r="http://schemas.openxmlformats.org/officeDocument/2006/relationships" id="261" r:id="Ra83cb07af2764b4d"/>
    <p:sldId xmlns:r="http://schemas.openxmlformats.org/officeDocument/2006/relationships" id="262" r:id="R54f85feb8ddc48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385c0acbcd41e1" /><Relationship Type="http://schemas.openxmlformats.org/officeDocument/2006/relationships/slideMaster" Target="/ppt/slideMasters/slideMaster1.xml" Id="R0b37653767634e73" /><Relationship Type="http://schemas.openxmlformats.org/officeDocument/2006/relationships/notesMaster" Target="/ppt/notesMasters/notesMaster1.xml" Id="R7b2472e930fb4ae2" /><Relationship Type="http://schemas.openxmlformats.org/officeDocument/2006/relationships/presProps" Target="/ppt/presProps.xml" Id="R63f6ce4af4894ab7" /><Relationship Type="http://schemas.openxmlformats.org/officeDocument/2006/relationships/viewProps" Target="/ppt/viewProps.xml" Id="R38e6fdc9636743a1" /><Relationship Type="http://schemas.openxmlformats.org/officeDocument/2006/relationships/tableStyles" Target="/ppt/tableStyles.xml" Id="Rf2f295842ce84cf6" /><Relationship Type="http://schemas.openxmlformats.org/officeDocument/2006/relationships/slide" Target="/ppt/slides/slide1.xml" Id="R903d97e3571643fe" /><Relationship Type="http://schemas.openxmlformats.org/officeDocument/2006/relationships/slide" Target="/ppt/slides/slide2.xml" Id="Rbd62201d5ee84b16" /><Relationship Type="http://schemas.openxmlformats.org/officeDocument/2006/relationships/slide" Target="/ppt/slides/slide3.xml" Id="R22a63a37490242ac" /><Relationship Type="http://schemas.openxmlformats.org/officeDocument/2006/relationships/slide" Target="/ppt/slides/slide4.xml" Id="R47c3ed3451734952" /><Relationship Type="http://schemas.openxmlformats.org/officeDocument/2006/relationships/slide" Target="/ppt/slides/slide5.xml" Id="R89592909cb27447d" /><Relationship Type="http://schemas.openxmlformats.org/officeDocument/2006/relationships/slide" Target="/ppt/slides/slide6.xml" Id="Ra83cb07af2764b4d" /><Relationship Type="http://schemas.openxmlformats.org/officeDocument/2006/relationships/slide" Target="/ppt/slides/slide7.xml" Id="R54f85feb8ddc48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759001376244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ae9b2dae1c4031" /><Relationship Type="http://schemas.openxmlformats.org/officeDocument/2006/relationships/notesMaster" Target="/ppt/notesMasters/notesMaster1.xml" Id="R199971ff187841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108ff169b54ebc" /><Relationship Type="http://schemas.openxmlformats.org/officeDocument/2006/relationships/notesMaster" Target="/ppt/notesMasters/notesMaster1.xml" Id="R1c9313f1280246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c78ea6c7e84baa" /><Relationship Type="http://schemas.openxmlformats.org/officeDocument/2006/relationships/notesMaster" Target="/ppt/notesMasters/notesMaster1.xml" Id="R4b6983394f10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a47153eeab47ec" /><Relationship Type="http://schemas.openxmlformats.org/officeDocument/2006/relationships/notesMaster" Target="/ppt/notesMasters/notesMaster1.xml" Id="R02be5bfd4cb5466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55ab991ecf499c" /><Relationship Type="http://schemas.openxmlformats.org/officeDocument/2006/relationships/notesMaster" Target="/ppt/notesMasters/notesMaster1.xml" Id="R94165d68685f4e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b3fbfac4ce4b62" /><Relationship Type="http://schemas.openxmlformats.org/officeDocument/2006/relationships/notesMaster" Target="/ppt/notesMasters/notesMaster1.xml" Id="Rc2f87cecf0b748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f6ddecffe249fa" /><Relationship Type="http://schemas.openxmlformats.org/officeDocument/2006/relationships/notesMaster" Target="/ppt/notesMasters/notesMaster1.xml" Id="Rdb60b532dd8445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26763c5c941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a744ba2c7a4593" /><Relationship Type="http://schemas.openxmlformats.org/officeDocument/2006/relationships/slideLayout" Target="/ppt/slideLayouts/slideLayout1.xml" Id="R6aac942dfa4f40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ac942dfa4f40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356a7ef97475c" /><Relationship Type="http://schemas.openxmlformats.org/officeDocument/2006/relationships/image" Target="/ppt/media/image.png" Id="Rcff30c12f314404f" /><Relationship Type="http://schemas.openxmlformats.org/officeDocument/2006/relationships/notesSlide" Target="/ppt/notesSlides/notesSlide1.xml" Id="R3f33f389f2d843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7b588d90245a2" /><Relationship Type="http://schemas.openxmlformats.org/officeDocument/2006/relationships/notesSlide" Target="/ppt/notesSlides/notesSlide2.xml" Id="R8904ef6c43074a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c5fad7b14b4280" /><Relationship Type="http://schemas.openxmlformats.org/officeDocument/2006/relationships/notesSlide" Target="/ppt/notesSlides/notesSlide3.xml" Id="Rc56084e58eab47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0d8e98000421c" /><Relationship Type="http://schemas.openxmlformats.org/officeDocument/2006/relationships/notesSlide" Target="/ppt/notesSlides/notesSlide4.xml" Id="R57b21578f47a494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a9107ee7743de" /><Relationship Type="http://schemas.openxmlformats.org/officeDocument/2006/relationships/notesSlide" Target="/ppt/notesSlides/notesSlide5.xml" Id="R1adbfbf9850a42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6a9f9d8c74ef9" /><Relationship Type="http://schemas.openxmlformats.org/officeDocument/2006/relationships/notesSlide" Target="/ppt/notesSlides/notesSlide6.xml" Id="R87daeff4947a4a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5d7039d974607" /><Relationship Type="http://schemas.openxmlformats.org/officeDocument/2006/relationships/notesSlide" Target="/ppt/notesSlides/notesSlide7.xml" Id="R168abcd549f545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8C8A32-A115-4B52-9213-5E37A679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5DF08-D673-4068-835B-295690E6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E3145-94E2-409A-864D-75E4ECB8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01E63-B584-48F3-A36F-D5CD2315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3DF7D0-2378-412A-83BE-662B65B8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F66DA-B1C3-4156-9236-E4DAA8FC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EEDA8-782D-47B9-A8E1-4C2BB16C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4CBF9-77C9-4FF0-8C33-7C6F3E8E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8CB50-7EC8-43FB-B327-F72D1C46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4A013-1137-4138-AF4B-736C6EF9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92377-531D-48FE-A53C-225CFF42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DB63A-C49F-4DCC-83A7-D1AC81D9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AEF53D-A0D0-4834-BF7C-50607D4A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82A90-09DD-4C32-98CC-D2B43467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FB52FC-E546-43F5-AF97-55FEFA24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656E2-6E49-4F6B-B922-ECDF8AA3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45755-A480-4018-B118-3FE9F561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FB9DEA-D3EB-4821-B1B1-9FEEA31F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61571-F302-4589-84E2-9D664E6F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74B56-B4C1-441D-B119-61A33FD7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277B0E-179F-4889-BF6A-0D4FD13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6279E-1E56-4194-9463-874A8EA1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926A0F-8837-4D6A-B2FB-A13AA7B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E7182-4C32-499E-B072-BB730552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8FE2C5-C605-47B8-8D55-AFCAFFBF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B6F11-F647-4C0C-9FC4-C24C75B4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F79706-DD0A-4CA0-81AF-FDB88DD7A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17D09B-9F7B-4360-B94D-834F91F9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B50E6F-9B78-4742-AF69-C12B6676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35C55-1DE2-406E-9FBE-3AF63C38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1447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333411-6A2D-48D3-9CEF-6888D30D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rPr>
              <a:t>CONTEST PITCH DECK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5B8BC5-A920-417A-8D30-FC431184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28"/>
          </a:solidFill>
          <a:ln xmlns:a="http://schemas.openxmlformats.org/drawingml/2006/main" w="9525">
            <a:solidFill>
              <a:srgbClr val="31F6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3E0BA9-8ACD-4E3F-850F-FCFDC3BB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"/>
            <a:ext cx="2628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ROKID AIUI / CRAFT CONTEST BUILD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628D62-4972-42F3-ADB1-C93CC9169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90600"/>
            <a:ext cx="5429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Inspiration</a:t>
            </a:r>
          </a:p>
          <a:p xmlns:a="http://schemas.openxmlformats.org/drawingml/2006/main">
            <a:pPr algn="l">
              <a:defRPr sz="480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Hunter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7427CC-7B30-4B30-9C59-FC5296D22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1935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1F6E0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31F6E0"/>
                </a:solidFill>
                <a:latin typeface="Aptos Display"/>
                <a:ea typeface="Aptos Display"/>
                <a:cs typeface="Aptos Display"/>
              </a:rPr>
              <a:t>灵感猎手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C6055D-B838-40EC-BE7A-7841E18F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533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Turn seeing into discovery.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279FB5-66CF-4406-B2B5-729D13A8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5048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A glasses-native AIUI experience that transforms a real-world object into a short story, clue challenge, and memory loop.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A99792-78E3-4FB9-9C2B-DD651997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2A"/>
          </a:solidFill>
          <a:ln xmlns:a="http://schemas.openxmlformats.org/drawingml/2006/main" w="9525">
            <a:solidFill>
              <a:srgbClr val="24545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70A511-FA87-4566-89CC-2B57ED93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F6E0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31F6E0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BFB244-AFDF-4D44-9817-C3D93148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schema-backed AIUI pages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E2F03E-7202-4CB2-B43A-38B7CBC6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958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2A"/>
          </a:solidFill>
          <a:ln xmlns:a="http://schemas.openxmlformats.org/drawingml/2006/main" w="9525">
            <a:solidFill>
              <a:srgbClr val="2454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91E77E-4CF7-4CB4-8A05-FBD37C8A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010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B84D"/>
                </a:solidFill>
                <a:latin typeface="Aptos Display"/>
                <a:ea typeface="Aptos Display"/>
                <a:cs typeface="Aptos Display"/>
              </a:rPr>
              <a:t>AIX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6669DE-9E9E-4247-9DC4-1AFEB207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3721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local package verified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C64EA9-AAA8-46BB-BF6A-228203B5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95850"/>
            <a:ext cx="16954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2A"/>
          </a:solidFill>
          <a:ln xmlns:a="http://schemas.openxmlformats.org/drawingml/2006/main" w="9525">
            <a:solidFill>
              <a:srgbClr val="2454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1B4AA4A-D1DA-4DA3-8619-73FD5C61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010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87F7A2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87F7A2"/>
                </a:solidFill>
                <a:latin typeface="Aptos Display"/>
                <a:ea typeface="Aptos Display"/>
                <a:cs typeface="Aptos Display"/>
              </a:rPr>
              <a:t>443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72B501-7EAD-4685-B60A-06E98A8A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372100"/>
            <a:ext cx="1390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GitHub SSH release route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02D6001-5B8F-45F1-B4CD-523BBC29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38200"/>
            <a:ext cx="36576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2A"/>
          </a:solidFill>
          <a:ln xmlns:a="http://schemas.openxmlformats.org/drawingml/2006/main" w="19050">
            <a:solidFill>
              <a:srgbClr val="31F6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2E5078F-62F3-47E3-AC39-86DC1527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219200"/>
            <a:ext cx="2895600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9525">
            <a:solidFill>
              <a:srgbClr val="23545C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30c12f314404f"/>
          <a:stretch xmlns:a="http://schemas.openxmlformats.org/drawingml/2006/main"/>
        </p:blipFill>
        <p:spPr>
          <a:xfrm xmlns:a="http://schemas.openxmlformats.org/drawingml/2006/main">
            <a:off x="7810500" y="1524000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FE48752-54DC-4BAA-A2A5-73338DE9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387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28"/>
          </a:solidFill>
          <a:ln xmlns:a="http://schemas.openxmlformats.org/drawingml/2006/main" w="9525">
            <a:solidFill>
              <a:srgbClr val="87F7A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2A061E-30B0-4742-B0D5-017E639C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0537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7F7A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87F7A2"/>
                </a:solidFill>
                <a:latin typeface="Aptos Mono"/>
                <a:ea typeface="Aptos Mono"/>
                <a:cs typeface="Aptos Mono"/>
              </a:rPr>
              <a:t>RELEASE FILES READY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D547A82-BF28-47DB-A386-C9A6001B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76850"/>
            <a:ext cx="3333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Icon PNG + verified AIX candidate are prepared for the final Lingzhu upload step.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6A5EA9-B5A6-449A-BB6B-4B7CE648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99056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0B679-B811-4F32-B61D-12E37596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0B9A5-88B9-4A10-8C0E-F9D57FF7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D056E-9926-4182-90F2-38858437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66C02-1817-4EAF-BECA-CBFBCA3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4478A7-2E05-4132-B346-A3CE8E4F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CA415-EEBB-4656-BB3C-6B39D914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926CB-3561-49B8-8EF1-FBBCC2FE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B5C34A-0D5F-49EF-889F-779CAD12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36F34-93A4-4A2E-B080-5E2DD29B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03481-91F5-4785-AEBF-FDEEFB7E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1E3E56-D0A5-4CEA-BDE2-321623EB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438DE2-1221-44AF-9696-66E24918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10ED6E-CE24-4FFF-A6A1-21F5895C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23F1C-EA15-492A-83E0-9C9CC958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63E113-84C3-41C3-AA6F-A47B0BC8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DA1689-1CDC-498D-9DAA-69A4D524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C15A6-32FB-4E3F-B0DC-776BEDE2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BA727-CDC3-4C0B-A6CB-E55CF5E6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4761BB-5C6F-46F4-9C9D-763FB709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130431-990E-45DE-B8B6-71C57F5D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1C17CD-F2A2-446B-BA1C-6757576B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336BD3-5DA7-4DF2-985F-A15EC74C6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FB31BD-3ECD-4C7B-B73E-B2F8973C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03D2EB-878C-4E09-B0E8-EFA0DB6A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9984CC-7580-435D-ADED-16535585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E11B08-E4C9-41E9-A540-3E7572F8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A06E78-E376-4E84-B2E4-AE17D129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B77CC5-0B49-4998-B820-18C0A63C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26E665-D36E-4F39-ADFE-E29D5B74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2CE65D-400F-4CD0-BB6E-5892BFB5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1447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988344-FF5E-4298-AE64-E6D943B1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rPr>
              <a:t>INSPIRATION HUNTER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067250-371A-416F-82FF-30AF6A63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01 / PROBLEM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AD56FF-109A-466F-B85B-EF693834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Recognition alone is too shallow for AI glasses.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50818F-5B8D-4E5D-80F1-E102D60B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Most demos answer “what is this?” and stop exactly when the wearable context becomes interesting.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6402B5-734B-4D71-BF21-FB74120C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7639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1C22"/>
          </a:solidFill>
          <a:ln xmlns:a="http://schemas.openxmlformats.org/drawingml/2006/main" w="9525">
            <a:solidFill>
              <a:srgbClr val="FF6B5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C277D1-D716-4ABC-B3A6-E78EC017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5F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6B5F"/>
                </a:solidFill>
                <a:latin typeface="Aptos Mono"/>
                <a:ea typeface="Aptos Mono"/>
                <a:cs typeface="Aptos Mono"/>
              </a:rPr>
              <a:t>LABEL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FBB4F6-E8C2-42AA-B76D-122CF0F3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194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C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CFB"/>
                </a:solidFill>
                <a:latin typeface="Aptos"/>
                <a:ea typeface="Aptos"/>
                <a:cs typeface="Aptos"/>
              </a:rPr>
              <a:t>It is a poster.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D77581-BD10-4DE7-9A11-4733FC8F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57575"/>
            <a:ext cx="7181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0"/>
          </a:solidFill>
          <a:ln xmlns:a="http://schemas.openxmlformats.org/drawingml/2006/main" w="9525">
            <a:solidFill>
              <a:srgbClr val="FFB84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7A08F2-4FCB-4995-B388-E1AE7CEF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623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FACT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18F155-DE2D-4115-970E-9C3AF409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5623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EFCF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EEFCFB"/>
                </a:solidFill>
                <a:latin typeface="Aptos"/>
                <a:ea typeface="Aptos"/>
                <a:cs typeface="Aptos"/>
              </a:rPr>
              <a:t>It has sci-fi visual language.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A3B3A1-72A2-4EFE-94F3-9F6ACB4F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00525"/>
            <a:ext cx="6724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0"/>
          </a:solidFill>
          <a:ln xmlns:a="http://schemas.openxmlformats.org/drawingml/2006/main" w="9525">
            <a:solidFill>
              <a:srgbClr val="31F6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432D067-1C20-4683-A8B8-284204F5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05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MEANING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2B4913-35B8-408C-BC47-4646341D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0530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C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FCFB"/>
                </a:solidFill>
                <a:latin typeface="Aptos"/>
                <a:ea typeface="Aptos"/>
                <a:cs typeface="Aptos"/>
              </a:rPr>
              <a:t>It hints at a future city story.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0976DE2-2E9E-4C21-819D-D8286E40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43475"/>
            <a:ext cx="6267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0"/>
          </a:solidFill>
          <a:ln xmlns:a="http://schemas.openxmlformats.org/drawingml/2006/main" w="9525">
            <a:solidFill>
              <a:srgbClr val="87F7A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7DC24A-F2D6-4B6F-B19A-C95D13F4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482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7F7A2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87F7A2"/>
                </a:solidFill>
                <a:latin typeface="Aptos Mono"/>
                <a:ea typeface="Aptos Mono"/>
                <a:cs typeface="Aptos Mono"/>
              </a:rPr>
              <a:t>ACTION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22C0D5B-74B9-41AB-90F3-AFD1DBB3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48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EFC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EFCFB"/>
                </a:solidFill>
                <a:latin typeface="Aptos"/>
                <a:ea typeface="Aptos"/>
                <a:cs typeface="Aptos"/>
              </a:rPr>
              <a:t>Find the clue and remember it.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5560DA-45B2-404A-A7CB-370E40FE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43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2B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F0AD0E-94C6-4C80-917D-A101D745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099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The gap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6CCC5F-4AFB-4D9A-B01B-361CA453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05200"/>
            <a:ext cx="1714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Glasses already know where attention is. The product should convert that attention into a useful next move.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C75F705-85F5-4480-80FB-EE0D4AF0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F6E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1F6E0"/>
                </a:solidFill>
                <a:latin typeface="Aptos"/>
                <a:ea typeface="Aptos"/>
                <a:cs typeface="Aptos"/>
              </a:rPr>
              <a:t>The app starts after the label.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02DED9-E5DA-4F46-803F-E25D56CA4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785409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CAB599-A6A1-47DE-8582-5EA1157B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53114-62D5-4A91-B13D-C1D82883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AB3C9-1F1D-423A-8E97-43210194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FA7123-0BA3-40F0-A82A-1E17A24D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901CE-6D2E-432F-8D01-C52CA9E4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582E5-9281-4E2C-806D-65395EA0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39EEF-BDFE-4A2C-ACC6-0065187F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75C03-97A9-4625-949B-9AB0F532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357FED-4980-4DE3-8F54-8691F48B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5E740A-FD38-4346-ABB3-5149FCCA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5607A-02D3-4FD0-B66A-EE8D248F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D9EEBF-4933-491E-AF55-54E1E5DB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952CB-1BD3-465B-90C9-D78DC6CC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10BFB-1462-48AC-9EA3-EC02FA32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52E8B2-B33E-4E5E-9E3A-4AF3F6290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74889-B96C-4A01-9CCB-A32FD60A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32FDC1-DADC-4FF4-B1F6-DBC6D1AD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CC664-DFBE-49D6-8546-A491894B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50A7F7-105D-4A35-846B-A52ACD6D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2AD45-BBAE-4D2B-AAAA-54610A68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6B286-D4AF-4BC7-96A8-3CD6B2B2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2768C6-314B-44AC-B12F-F0A2925D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69DBB-4C2E-424F-8146-43BEF249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1DD3F3-BB1D-4C15-8089-9A3C5F3F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7641E5-2C16-4CE3-AA7C-3F3B2615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C8A557-93BA-46DF-9365-EE890C21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A47EA-6232-4344-88C8-2EF78BE4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67A84E-7EC5-4C52-9300-9CFCC974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D4076F-1D2B-4090-8B61-5A5C840F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BD8FDF-A69B-40E7-91A9-06EB1552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1447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0D30C3-3A73-453E-A011-AB2ECC08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rPr>
              <a:t>INSPIRATION HUNTER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4D901B-A44B-4A1C-8570-512CD610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02 / PRODUCT 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55E66B-D0FA-4F05-8170-4A68C9E7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A repeatable discovery loop, not a chat transcript.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C5730A-14D3-4683-8B95-7416EE4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same pattern works for a poster today and for museums, streets, retail, or classrooms later.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C3C75E-14EA-4164-9CE6-DF8490D9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1828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2A"/>
          </a:solidFill>
          <a:ln xmlns:a="http://schemas.openxmlformats.org/drawingml/2006/main" w="9525">
            <a:solidFill>
              <a:srgbClr val="275B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F7FB2D-6D0A-4D86-9EA4-7753C93E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AE988A-6F83-4C94-AD49-82A86B1D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FCC554-97E3-4A18-8837-6560B633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527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See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94EB39-F2EA-4862-B187-CB8BCBC8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User looks at a meaningful real-world object.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092944-1050-494D-8C7D-1C6580101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623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4DAC5C-AEA7-4709-AEFA-3CE3315D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71800"/>
            <a:ext cx="1828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2A"/>
          </a:solidFill>
          <a:ln xmlns:a="http://schemas.openxmlformats.org/drawingml/2006/main" w="9525">
            <a:solidFill>
              <a:srgbClr val="275B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03521F2-3D31-40B3-8FF1-4ECFA2AA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F8BCCB-DFB3-4375-A370-8910DFCD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1908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rPr>
              <a:t>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564FC74-0544-4D25-8A1F-C05C03FB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527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Lock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107620-BBF4-4AB7-A9F8-DCABE1F9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00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interface frames attention and confidence.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CC1E2D-9F7F-405B-B06A-06B676F7F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623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0ED7E7-0ACB-4251-86D7-FD67EB25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828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2A"/>
          </a:solidFill>
          <a:ln xmlns:a="http://schemas.openxmlformats.org/drawingml/2006/main" w="9525">
            <a:solidFill>
              <a:srgbClr val="275B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AE85D5-9A08-472D-8DCD-D200FAC1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41AC29-2B8A-48CE-B023-58E0330F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908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30D44BF-8AE1-4A33-B5C0-2A401E67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527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Reveal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5CC264-454F-4461-B215-5978336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app explains identity, context, and why it matters.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484EF6B-3C2C-418F-B60F-23424FA5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5623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125B1C-62DB-4942-AB22-62259DCE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71800"/>
            <a:ext cx="1828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2A"/>
          </a:solidFill>
          <a:ln xmlns:a="http://schemas.openxmlformats.org/drawingml/2006/main" w="9525">
            <a:solidFill>
              <a:srgbClr val="275B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A43D08A-98A2-4783-A52A-8D83E16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F7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8A4F51-A5FF-4B65-B056-A0955C2C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D7BA83-F06C-4FB9-8190-473E4CA2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527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Challenge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6DD5E6-5297-4988-98A4-B5F1E32D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A clue task turns passive info into interaction.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0141A9-0D77-4D1C-8E2E-DF566133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562350"/>
            <a:ext cx="400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C88855-D68A-41D3-AA18-F63DB173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18288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52A"/>
          </a:solidFill>
          <a:ln xmlns:a="http://schemas.openxmlformats.org/drawingml/2006/main" w="9525">
            <a:solidFill>
              <a:srgbClr val="275B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6227E8B-C8B3-4D1C-85E9-2E40C45A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43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E849F6-3418-4EE3-9580-49DDF567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9087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6161A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D16CD01-1E90-4F01-93B6-FFDE57C1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1527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Remember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0F7385D-E6AD-4D08-88BD-57EC2E72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00450"/>
            <a:ext cx="1466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Saved discovery becomes a lightweight memory hook.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395455B-B6A1-4904-885E-94765C15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1038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2A"/>
          </a:solidFill>
          <a:ln xmlns:a="http://schemas.openxmlformats.org/drawingml/2006/main" w="9525">
            <a:solidFill>
              <a:srgbClr val="24545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33E4A9F-42B0-4C9A-BF7F-31EE5FA1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054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Product principle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776F20-ECFC-4969-93E0-94D23271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7429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Every screen must answer: what should I notice next?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C06D24F-DAEF-49D4-9989-CF79A242D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167831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A8A109-AA91-498F-9B71-FB9E25A00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29B07-84D2-40F7-B226-D18A4869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2EE4F7-732A-4233-88DD-843D94D3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F27F8-0401-407D-BC6E-3BB5BCDA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6EE4CB-A51F-4393-AE08-719E8908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537FC-1F5E-4493-ABCF-BFE96F53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1F341-0689-4B86-8FEA-A43B56431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20AD21-F8F3-4907-A1EA-A4BB53F3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7C19E-22EA-4C62-BAF7-A9097DEA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DF24D3-4206-490E-BF5F-AA856950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8267FC-BE12-416F-A06F-32F212A4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C3B47-9F45-4DC6-B85D-91A73439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8EA8F-DF07-4F8C-9817-E1A80F5A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3C1E3-93B2-4C88-BCD9-D56359E8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0C4E9-D0FD-4D9B-83C0-E5924CFD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7DC851-A461-4BCA-B9A5-4857BC8B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9FAA22-AD09-4C9B-970F-232840ED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1E52A-B7F9-4104-AF20-530951BD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E4DE5-D20D-4C08-BF26-79704785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A306F2-FFD0-4DDC-8474-FFF25816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A3EFD-5EB0-423B-AEE9-869AF5CA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B22CB7-DFE6-47C0-B7B3-B7C3AFC38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877BB3-99A1-4C63-BFEC-DB24CC93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128A38-8054-49ED-8E74-2B06C93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81DF8F-7C1E-4E6A-90A4-346CD97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30AE3E-5BFA-4119-A346-DAD16004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078B48-71DB-4CA3-8A2E-17CCC052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84054E-026B-4E7C-AAE9-B29F8B68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DB6262-BC22-401E-A931-BD66FA0E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6EA9B4-FC19-47B0-9CEB-F9CB190B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1447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40F622-084B-49B9-9559-39D0AA48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rPr>
              <a:t>INSPIRATION HUNTER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83045B-05BB-432D-A2B9-4F0DF539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03 / LIVE DEMO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BF6833-BAD3-4E40-AD70-89019D48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A one-minute arc with a clean ending.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ED2DF9-2245-4781-BD55-8042401B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stage path is deterministic, fast, and easy to recover if the network or preview environment misbehaves.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21DA9A-4E46-440C-997F-ACFBF6A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0"/>
          </a:solidFill>
          <a:ln xmlns:a="http://schemas.openxmlformats.org/drawingml/2006/main" w="9525">
            <a:solidFill>
              <a:srgbClr val="285B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EB0FBCB-1146-4CE7-BFEF-87608F6A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C170E75-A021-4B7D-A188-54E27252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0-10s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DA4920-9109-43A9-8BBC-055E1E3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38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Scan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957219-3E28-4D0E-9D05-8030CB1F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Open 灵感猎手; target locks onto the poster.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8D3CDB-5083-40EC-AC20-A5E0466C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905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24B688-5A91-42AD-BD38-4266CAEF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0"/>
          </a:solidFill>
          <a:ln xmlns:a="http://schemas.openxmlformats.org/drawingml/2006/main" w="9525">
            <a:solidFill>
              <a:srgbClr val="285B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197CCA-D30E-45DB-B09B-9EF7449C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9F2A06-F89C-4B47-B436-444947F0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10-25s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043AC5-CA15-45BC-93A1-BD4AAA0D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Reveal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9D38DF0-979D-41B2-92F3-0F30FEC1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767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Tap 开始解析; show identity, insight, story, meaning.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CE07C6-DC4D-4C42-80BB-2F6C8D6C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05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8EAE2E-723A-4E59-BE53-0801FE9F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0"/>
          </a:solidFill>
          <a:ln xmlns:a="http://schemas.openxmlformats.org/drawingml/2006/main" w="9525">
            <a:solidFill>
              <a:srgbClr val="285B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C91F66-A044-443F-BC54-C3A4DAC9A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289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BC8733-4B23-4902-8659-8936C6EB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25-40s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511501-BFDC-4529-9A0A-BF376EDF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38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Deepen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FF4DC4C-D005-4F31-B37E-C5DA2A4C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Tap 深挖 and 收藏; prove the UI reacts in place.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6B0C9C-0D4D-4360-B76F-D09D15A2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05250"/>
            <a:ext cx="438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EFBC40-7A73-4901-BD48-22635A3B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22479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A30"/>
          </a:solidFill>
          <a:ln xmlns:a="http://schemas.openxmlformats.org/drawingml/2006/main" w="9525">
            <a:solidFill>
              <a:srgbClr val="87F7A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E79FCD-219D-488A-A89E-C10887EC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2247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F7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3EEB08-B1BE-4FBA-8789-F8DE3791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40-60s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B42C8E2-A6D8-474C-B7BB-C4779C9A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385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Challenge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8AC8B2-6006-436A-A4C2-57586D8D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76700"/>
            <a:ext cx="1762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Tap 挑战模式 then 揭晓答案; end on reward.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D2F52D-1F0E-4662-8BBA-56B53592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95900"/>
            <a:ext cx="695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B8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B84D"/>
                </a:solidFill>
                <a:latin typeface="Aptos"/>
                <a:ea typeface="Aptos"/>
                <a:cs typeface="Aptos"/>
              </a:rPr>
              <a:t>Fallback: present three deliberate screens if preview navigation is unreliable.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8D71C9E-868A-4B90-BA4D-D47559D3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52610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28874E-3994-47BD-91A6-9BDF076B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7B436-F81E-4B61-B2C6-86D5CADF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3FB88-0913-477D-BE90-1386F7E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3F4EB-076C-42CB-A575-EB4420F3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425B02-AC52-46B6-BE40-F6B8BB9D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EFDD71-8915-46F2-8C61-B9433B5E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F147C-E6AD-4847-9632-1567FDC8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FED344-429C-408A-8341-3938F283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ADE05F-9BCB-4820-BC8B-ED87EED3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F2B291-7155-4AEF-AD9F-68C24422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E7EEE-FFA8-4ACE-B9F4-ACC00A1C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23FE4-BA27-4660-96DF-32B52F319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A26D51-C871-40F6-8A95-23470483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7C84F-E29E-41EC-9E9D-84E86639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07B5EC-CE2C-4EFE-9AA7-26F15D28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0F9CE-C033-4A87-A5E7-381D6596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EB5A3-BD33-407C-BC78-7026611A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0E456-6844-44D5-927B-8A8D8501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2FD1B-EEC2-4136-8335-2E0BB9F8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13E804-4EFA-4986-A11B-774325FE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1C07DE-4108-4D1A-9121-B825981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B0FD3-F015-4725-A3EB-03B04732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6CAE99-EF9C-46AD-B56B-81D560A7D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66E9D1-8BAF-40A7-8835-5288D8BE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5EFDA9-A8E4-4E52-A9F0-9F350379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7A844-12D0-4233-BC24-9017CFEF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878FA-1C50-4ABF-8A4A-C075B7E3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0A287C-EA6F-4A77-A0E9-FDDA3188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0C079A-16D4-4258-9671-E98CDFFA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955739-D5AF-45D7-88D6-7952814A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1447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420DBE-4515-448E-A7A7-D54E14E9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rPr>
              <a:t>INSPIRATION HUNTER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216883-9C6A-40E3-813A-3481F01F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04 / SYSTEM MAP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5AAD70-C939-4D87-AA80-DFD56F18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Simple enough to ship. Open enough to grow.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36E504-C472-411D-96BD-AE21C14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current release is deterministic for demo reliability; live recognition can replace the selected scenario later without rewriting the UI loop.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2BBB9-2A61-4217-9C78-765BD18B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2057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93C290-6957-4123-B6DF-F742DF2C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3956E5-172F-4B3D-B6AF-5D66A4C6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733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Real-world target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761C42-38FD-4D85-8888-02611AFF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90900"/>
            <a:ext cx="1733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Poster, object, place, product, exhibit. The user is already looking at it.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D982F8-4088-43D3-AA45-C71FAB59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441B43-B2B2-4DE6-8370-72E8A4B8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479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BAFE19-3D46-44B4-AF07-C6FC914C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193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Scan page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5086A8-9CAD-4A24-BFDC-886BB3F8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Frames attention, lock state, and the call to start解析.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A004D7-690A-46A7-878D-CD711B27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163A4E-054F-404D-8AEE-6954B896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195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E3A308-F034-4A4D-900F-F5D940D7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909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Discovery page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B02B35-1A91-458F-8C5D-74EEB2B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152900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Identity, context, story, deep dive, save feedback.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A79A79-0044-424D-AE16-73ACCB5E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11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966565-CB5C-44C7-ABA5-C07FCCD2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9110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F7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054653-6CF5-4943-89AF-6C00FE5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162550"/>
            <a:ext cx="2057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Challenge page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DFFB9-C7A3-4E70-BE39-91D33260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24500"/>
            <a:ext cx="2057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Clue prompt, answer reveal, success ending.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65BF20E-417C-44A0-8F5D-AD7B6FD6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209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453C53-9A11-4093-8C16-FF63195E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57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6A5B41D-F94D-47A2-8A37-C2524891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028950"/>
            <a:ext cx="1771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Scenario module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D06FE6-ED3B-4F90-A32D-EEEE528B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90900"/>
            <a:ext cx="1771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Curated deterministic data keeps the hero path stable for judging.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7CEB69-980C-4927-A370-799D63DB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8E8F55-19D7-44E3-AE39-0D4A54A5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575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100330-2251-42BA-9072-46DCF9E8C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28950"/>
            <a:ext cx="1676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Future recognizer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2F39923-6AE9-4825-9CA6-C9412E76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390900"/>
            <a:ext cx="1676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Camera and model output can choose the scenario later.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CE91011-63BF-4412-B460-D61EFD9B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5282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79A56C9-4124-4035-BAB8-F337CCD5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F79A7B0-F861-4AED-A5EC-EAA539FE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CA07FB-DD2E-454F-AD8C-839C7E8F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864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BD66DD4-E813-4A1B-A890-94C27D18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528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626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C64354B-9B71-4344-AD47-05F67AEC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6076950"/>
            <a:ext cx="619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AIUI pages are presentation surfaces; scenario data is the swappable product brain.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AC836F-B6DC-4124-A768-2708EE38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134180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D8B90F-E9FD-4279-B801-4203C0D1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F98165-CDCF-4D8D-BC5F-E8F7F436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0B578-2B90-4F99-8662-ECAF7A62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5E7E47-17FE-4E85-B0D2-53C92E895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EF4B6-16B7-4AD0-90BE-3C0E4F0D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C6A50-3B4E-431D-9846-335509AE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18842-F75F-407F-BDE8-D192CE3F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FB6232-13F7-49B7-85EA-8DEDF65B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9AC63-E111-4C44-B99A-B8ADA9FE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991187-85A0-487C-85FF-C4F32B14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98A2F-B7B8-4CE9-9315-676C9CF1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1D74D4-0040-499D-BD04-FE329F52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22FD3-47FC-4EA2-9FA2-1746FC54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CD813-C218-49C2-A7A7-2F147CA1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B33F0-12DB-40A5-B6FA-7F9C4666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7A2F96-F45A-4877-B3A1-32835E16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289546-1EEE-4DDF-94B8-8F787053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79F82-ADC6-4D4D-AC08-F19075D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9ECF5-6C1D-49D4-8D94-29DF6C3B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63F1D-E9A5-4398-B91D-ECF03666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2E3AEE-BB6C-49EA-A8EB-F4E46E9E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32646-79AC-4545-BD37-FBEFF323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7FB778-8170-4D0A-B50F-C080F4654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8C0C1-DEE9-46B3-B851-DFC9C6835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2E6417-F478-4ABA-8235-9B3F8D2D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6B7B25-4DAA-427E-870E-B27A4DEA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1A479-18AC-499C-9581-3457893C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E1C8F-1193-407C-A8FC-DE01EA07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DB7C60-B4CD-4D5F-8F6F-DD86C8FD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209D47-348F-406E-9072-A9C06697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1447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295AC9-90E6-48EB-84A2-1BBBA08A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rPr>
              <a:t>INSPIRATION HUNTER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0A9DCB-3F7D-412B-A43E-F3881D8D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05 / RELEASE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B8C43D-F1ED-4935-B055-4052DA6A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The contest build has concrete shipping evidence.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FF7279-FD30-45D4-8A82-D8F8EA998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We separate what is verified from the one remaining platform-only manual upload step.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4FDCF9-7371-40F4-A510-A8C8E264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2B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0E9284-C595-49FB-9E3D-4973A50C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3E4FE2-E9DB-437D-A6D3-35639B81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3367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Source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0EB656-29D7-4E05-AC5C-CBB99B89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5747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CFB"/>
                </a:solidFill>
                <a:latin typeface="Aptos"/>
                <a:ea typeface="Aptos"/>
                <a:cs typeface="Aptos"/>
              </a:rPr>
              <a:t>GitHub subdirectory import path is ready for Craft.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8E7047-6884-4F48-8E73-866C3F37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146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2BDB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2BDBE"/>
                </a:solidFill>
                <a:latin typeface="Aptos Mono"/>
                <a:ea typeface="Aptos Mono"/>
                <a:cs typeface="Aptos Mono"/>
              </a:rPr>
              <a:t>github.com/gdgeek/AIUI/tree/main/apps/inspiration-hunter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483C94-FD9F-432B-994B-236E41D4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2B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A493ED-447D-42A2-98A0-72ED9CD3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F7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4F0C6C-05EB-45FD-90F9-90869E71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7F7A2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87F7A2"/>
                </a:solidFill>
                <a:latin typeface="Aptos Mono"/>
                <a:ea typeface="Aptos Mono"/>
                <a:cs typeface="Aptos Mono"/>
              </a:rPr>
              <a:t>Package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C083F43-FA04-43FD-B4AB-5C203E7F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3852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CFB"/>
                </a:solidFill>
                <a:latin typeface="Aptos"/>
                <a:ea typeface="Aptos"/>
                <a:cs typeface="Aptos"/>
              </a:rPr>
              <a:t>Local AIX candidate is parsed by the official reader.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F62DC8-45AB-4082-8451-6991A997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2BDB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2BDBE"/>
                </a:solidFill>
                <a:latin typeface="Aptos Mono"/>
                <a:ea typeface="Aptos Mono"/>
                <a:cs typeface="Aptos Mono"/>
              </a:rPr>
              <a:t>a6ab2dde6663... / 210,294 bytes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477504-FE47-474B-B4FB-EFEB4509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2B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0C5EF7-410A-4562-B3C4-C08F5FF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92CFE63-AFB1-4624-9B5D-3F58EAEF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9577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B84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B84D"/>
                </a:solidFill>
                <a:latin typeface="Aptos Mono"/>
                <a:ea typeface="Aptos Mono"/>
                <a:cs typeface="Aptos Mono"/>
              </a:rPr>
              <a:t>AIUI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0C3F60-D989-43E4-8BE5-CFD68B31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1957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CFB"/>
                </a:solidFill>
                <a:latin typeface="Aptos"/>
                <a:ea typeface="Aptos"/>
                <a:cs typeface="Aptos"/>
              </a:rPr>
              <a:t>All three pages expose schema-backed tool metadata.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A07F08-0DF6-4504-8AE2-14013D99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767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2BDB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2BDBE"/>
                </a:solidFill>
                <a:latin typeface="Aptos Mono"/>
                <a:ea typeface="Aptos Mono"/>
                <a:cs typeface="Aptos Mono"/>
              </a:rPr>
              <a:t>scan / discovery / challenge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56B3D55-217A-4298-B73D-84D11B32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191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62B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5D45027-1BC0-4F92-87E5-5DFC0583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94CCD4-FA9C-406D-B375-597C501A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76825"/>
            <a:ext cx="10001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5F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F6B5F"/>
                </a:solidFill>
                <a:latin typeface="Aptos Mono"/>
                <a:ea typeface="Aptos Mono"/>
                <a:cs typeface="Aptos Mono"/>
              </a:rPr>
              <a:t>Release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0157E75-8425-40BE-ABE9-12A9DAE1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000625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EFCF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EFCFB"/>
                </a:solidFill>
                <a:latin typeface="Aptos"/>
                <a:ea typeface="Aptos"/>
                <a:cs typeface="Aptos"/>
              </a:rPr>
              <a:t>Lingzhu AIUI form prepared; manual file upload remains.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6F6804-05C8-473C-AD8A-590E3E2B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578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2BDBE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92BDBE"/>
                </a:solidFill>
                <a:latin typeface="Aptos Mono"/>
                <a:ea typeface="Aptos Mono"/>
                <a:cs typeface="Aptos Mono"/>
              </a:rPr>
              <a:t>icon.png + gdgeek-AIUI-apps-inspiration-hunter.aix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9195345-4800-4EA6-B10A-BA227AD0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76300"/>
            <a:ext cx="24765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2A"/>
          </a:solidFill>
          <a:ln xmlns:a="http://schemas.openxmlformats.org/drawingml/2006/main" w="9525">
            <a:solidFill>
              <a:srgbClr val="87F7A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33DABD-3D59-4559-803C-6776AFD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66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7F7A2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87F7A2"/>
                </a:solidFill>
                <a:latin typeface="Aptos Display"/>
                <a:ea typeface="Aptos Display"/>
                <a:cs typeface="Aptos Display"/>
              </a:rPr>
              <a:t>Verified locally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A9EDE4A-ECAC-421A-A8A0-A447483F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668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92BDBE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92BDBE"/>
                </a:solidFill>
                <a:latin typeface="Aptos Mono"/>
                <a:ea typeface="Aptos Mono"/>
                <a:cs typeface="Aptos Mono"/>
              </a:rPr>
              <a:t>verify-inspiration-hunter-release.mjs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6D6992-EB16-4CF2-BE3A-177E31B7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67325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A3051A-3D07-4577-BF2B-C529DD56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A27B2-0881-46D2-B94C-E16A2967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6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4A3E6-3F5C-4B1F-BCEF-72F72C36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C60A3-CFF6-482F-97B8-CB8F951D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073D2-B85E-44E5-8A7B-9AFA9D05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D2537-2A8A-4259-8CAA-AB5022B4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8027A-A1D1-4522-8F01-CD89EBF7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02462-C666-4E11-B382-9B3D83AF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59BF9-87B7-4CAE-882A-D9737290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CCB5E4-5723-447D-95FC-4346F092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1C231-198E-45D3-A085-25EA62C3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CA4101-D496-4463-A56A-18C3A5A9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F07A7-DB48-4129-A664-A40D1C95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69D70-7CAD-4EAB-B01B-07614B76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9512E5-307A-49EE-BF0E-80E7D626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6E147-8B61-404A-B22F-8A624CA67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0DBD6E-B323-4371-BE4B-D95DEBFA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04E15-D475-416A-BEEA-056104E3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C5CBB-1875-4375-ACDA-7474F786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FFB0E0-0637-4C93-8571-19456E79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F80666-7C45-440B-A57C-2C031165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3DB6E-46C7-4893-95F6-D76092A1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215069-90D7-4FCC-910E-3D0E7682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0FA8E5-D84F-43B5-86BC-33681E74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3EECA-EA22-4D26-B68B-BF05924F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CA008-50A7-43CA-B2FB-F7402F37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67019-3C0D-4456-ADA1-8CD74B87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DE8CB-988A-472B-8637-8F4C539D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DD6433-3811-48D2-A632-72979044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C0DB85-38DB-4F71-AA6B-A86649B9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762500"/>
            <a:ext cx="1447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83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65F92B-1EC9-4DD3-87FE-B905FAFA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438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557F82"/>
                </a:solidFill>
                <a:latin typeface="Aptos Mono"/>
                <a:ea typeface="Aptos Mono"/>
                <a:cs typeface="Aptos Mono"/>
              </a:rPr>
              <a:t>INSPIRATION HUNTER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FBB3B8-077C-49B4-947D-3FCF9FD0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06 / WHY IT CAN WIN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3E24B9-AA7B-4FEB-B375-8ED011AC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7239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It is native to glasses, reliable on stage, and big enough to grow.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276904-7459-4A53-B032-BB85D5D6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90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project tells judges a credible story: useful now, extensible later.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F1AFE5-C313-4305-93B2-3468E673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591572-091B-4EA5-BA93-0009363B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F6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08C7B0-51AD-4B1C-A23A-574D8352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337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Native fit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7B0A6D-408D-43F1-840D-587D47C3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95650"/>
            <a:ext cx="2628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experience begins with the thing already in front of the user, not with a text prompt.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A5A838-1F1D-4FC2-8FF8-6285D485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1B25F2-2186-456B-8E81-2E991C59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622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F7A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8EC8C9-ACA1-49C4-B57A-C37BA192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Demo reliability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AB84FF-AD58-432A-B8BA-DAB8EAFD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295650"/>
            <a:ext cx="2628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hero scenario is curated and deterministic, so the pitch does not depend on fragile recognition live on stage.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3AE691-8C2D-4023-9139-27290C2F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B30"/>
          </a:solidFill>
          <a:ln xmlns:a="http://schemas.openxmlformats.org/drawingml/2006/main" w="9525">
            <a:solidFill>
              <a:srgbClr val="2554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6DD0F3-D02B-4D4C-8A8D-1F7FB064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62250"/>
            <a:ext cx="47625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105843-16A7-4483-BC1C-C2ACDCBD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337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Expandable product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BFB6A3-49C0-427D-99E0-59FBB27E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95650"/>
            <a:ext cx="26289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2BDB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2BDBE"/>
                </a:solidFill>
                <a:latin typeface="Aptos"/>
                <a:ea typeface="Aptos"/>
                <a:cs typeface="Aptos"/>
              </a:rPr>
              <a:t>The same loop can serve museums, city walks, retail learning, and education field trips.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C00CA6-DB61-4947-839B-F790939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100774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52A"/>
          </a:solidFill>
          <a:ln xmlns:a="http://schemas.openxmlformats.org/drawingml/2006/main" w="9525">
            <a:solidFill>
              <a:srgbClr val="24545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962A21-9A81-4B42-A1A8-BC726F71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Closing line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0D711D-84A5-4BF2-98AA-D0C6425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7524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EEFCFB"/>
                </a:solidFill>
                <a:latin typeface="Aptos Display"/>
                <a:ea typeface="Aptos Display"/>
                <a:cs typeface="Aptos Display"/>
              </a:rPr>
              <a:t>Inspiration Hunter is not a chatbot on glasses. It is a discovery loop that begins where glasses are strongest: the thing already in front of the user.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24B1757-6256-4E5C-A47E-1DD24078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191250"/>
            <a:ext cx="57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1F6E0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100180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2026-06-04T06:56:15.5980000Z</dcterms:created>
  <dcterms:modified xsi:type="dcterms:W3CDTF">2026-06-04T06:56:15.5980000Z</dcterms:modified>
</coreProperties>
</file>